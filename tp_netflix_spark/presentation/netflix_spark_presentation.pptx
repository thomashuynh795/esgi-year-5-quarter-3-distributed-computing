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6fcdd710c543b4" /><Relationship Type="http://schemas.openxmlformats.org/officeDocument/2006/relationships/extended-properties" Target="/docProps/app.xml" Id="Ree3e40dc60f041be" /><Relationship Type="http://schemas.openxmlformats.org/officeDocument/2006/relationships/officeDocument" Target="/ppt/presentation.xml" Id="Rbe7c9f9e155244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2a96dce8454bb5"/>
  </p:sldMasterIdLst>
  <p:notesMasterIdLst>
    <p:notesMasterId xmlns:r="http://schemas.openxmlformats.org/officeDocument/2006/relationships" r:id="R496b0125d4244d48"/>
  </p:notesMasterIdLst>
  <p:sldIdLst>
    <p:sldId xmlns:r="http://schemas.openxmlformats.org/officeDocument/2006/relationships" id="256" r:id="Rb40c59dedeaa4b0c"/>
    <p:sldId xmlns:r="http://schemas.openxmlformats.org/officeDocument/2006/relationships" id="257" r:id="Rce9b715b766948f3"/>
    <p:sldId xmlns:r="http://schemas.openxmlformats.org/officeDocument/2006/relationships" id="258" r:id="Rdc9797a9c4b44364"/>
    <p:sldId xmlns:r="http://schemas.openxmlformats.org/officeDocument/2006/relationships" id="259" r:id="R88aeb56628b7429a"/>
    <p:sldId xmlns:r="http://schemas.openxmlformats.org/officeDocument/2006/relationships" id="260" r:id="R09a493ac1f314226"/>
    <p:sldId xmlns:r="http://schemas.openxmlformats.org/officeDocument/2006/relationships" id="261" r:id="Rd5ffbcb3ecb94b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a96dce8454bb5" /><Relationship Type="http://schemas.openxmlformats.org/officeDocument/2006/relationships/theme" Target="/ppt/theme/theme1.xml" Id="Rd68c38ac63be4d59" /><Relationship Type="http://schemas.openxmlformats.org/officeDocument/2006/relationships/notesMaster" Target="/ppt/notesMasters/notesMaster1.xml" Id="R496b0125d4244d48" /><Relationship Type="http://schemas.openxmlformats.org/officeDocument/2006/relationships/presProps" Target="/ppt/presProps.xml" Id="R99cfae6ac36042d4" /><Relationship Type="http://schemas.openxmlformats.org/officeDocument/2006/relationships/viewProps" Target="/ppt/viewProps.xml" Id="R303710a749544419" /><Relationship Type="http://schemas.openxmlformats.org/officeDocument/2006/relationships/tableStyles" Target="/ppt/tableStyles.xml" Id="Rf5c930e711144e05" /><Relationship Type="http://schemas.openxmlformats.org/officeDocument/2006/relationships/slide" Target="/ppt/slides/slide1.xml" Id="Rb40c59dedeaa4b0c" /><Relationship Type="http://schemas.openxmlformats.org/officeDocument/2006/relationships/slide" Target="/ppt/slides/slide2.xml" Id="Rce9b715b766948f3" /><Relationship Type="http://schemas.openxmlformats.org/officeDocument/2006/relationships/slide" Target="/ppt/slides/slide3.xml" Id="Rdc9797a9c4b44364" /><Relationship Type="http://schemas.openxmlformats.org/officeDocument/2006/relationships/slide" Target="/ppt/slides/slide4.xml" Id="R88aeb56628b7429a" /><Relationship Type="http://schemas.openxmlformats.org/officeDocument/2006/relationships/slide" Target="/ppt/slides/slide5.xml" Id="R09a493ac1f314226" /><Relationship Type="http://schemas.openxmlformats.org/officeDocument/2006/relationships/slide" Target="/ppt/slides/slide6.xml" Id="Rd5ffbcb3ecb94b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d88d104773046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15eb67f8e4474a" /><Relationship Type="http://schemas.openxmlformats.org/officeDocument/2006/relationships/notesMaster" Target="/ppt/notesMasters/notesMaster1.xml" Id="R80ec9ac940044e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9316f04e98481c" /><Relationship Type="http://schemas.openxmlformats.org/officeDocument/2006/relationships/notesMaster" Target="/ppt/notesMasters/notesMaster1.xml" Id="R9b355ca0b81842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9ce7bac627451f" /><Relationship Type="http://schemas.openxmlformats.org/officeDocument/2006/relationships/notesMaster" Target="/ppt/notesMasters/notesMaster1.xml" Id="R86671d0297b045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ee4e1cdaa64b56" /><Relationship Type="http://schemas.openxmlformats.org/officeDocument/2006/relationships/notesMaster" Target="/ppt/notesMasters/notesMaster1.xml" Id="R732023c0b2474a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b0826a593b4e68" /><Relationship Type="http://schemas.openxmlformats.org/officeDocument/2006/relationships/notesMaster" Target="/ppt/notesMasters/notesMaster1.xml" Id="R378131c594f642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2eaf32990041ff" /><Relationship Type="http://schemas.openxmlformats.org/officeDocument/2006/relationships/notesMaster" Target="/ppt/notesMasters/notesMaster1.xml" Id="R8d26b48e0d9342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f30b0873f2480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fb725fa803a4968" /><Relationship Type="http://schemas.openxmlformats.org/officeDocument/2006/relationships/slideLayout" Target="/ppt/slideLayouts/slideLayout2.xml" Id="R8ac8768142d94f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c8768142d94f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8d6344c38d4c6e" /><Relationship Type="http://schemas.openxmlformats.org/officeDocument/2006/relationships/notesSlide" Target="/ppt/notesSlides/notesSlide1.xml" Id="Rdf546218fc9546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8f8fb758704608" /><Relationship Type="http://schemas.openxmlformats.org/officeDocument/2006/relationships/notesSlide" Target="/ppt/notesSlides/notesSlide2.xml" Id="Rd0ee5dbe92724f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9e769bedd64e1b" /><Relationship Type="http://schemas.openxmlformats.org/officeDocument/2006/relationships/image" Target="/ppt/media/image.png" Id="R43af78b6b1a84dc4" /><Relationship Type="http://schemas.openxmlformats.org/officeDocument/2006/relationships/image" Target="/ppt/media/image2.png" Id="Ree4f57bfe2cd4a3c" /><Relationship Type="http://schemas.openxmlformats.org/officeDocument/2006/relationships/notesSlide" Target="/ppt/notesSlides/notesSlide3.xml" Id="R692bbe1a8ef845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16fb84ee874d6c" /><Relationship Type="http://schemas.openxmlformats.org/officeDocument/2006/relationships/image" Target="/ppt/media/image3.png" Id="R73d9f64c27314b7b" /><Relationship Type="http://schemas.openxmlformats.org/officeDocument/2006/relationships/image" Target="/ppt/media/image4.png" Id="R66b23bf638e0465c" /><Relationship Type="http://schemas.openxmlformats.org/officeDocument/2006/relationships/notesSlide" Target="/ppt/notesSlides/notesSlide4.xml" Id="Rc737aa0745754c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61b90130324749" /><Relationship Type="http://schemas.openxmlformats.org/officeDocument/2006/relationships/image" Target="/ppt/media/image5.png" Id="Ra673639021044f94" /><Relationship Type="http://schemas.openxmlformats.org/officeDocument/2006/relationships/image" Target="/ppt/media/image6.png" Id="R32865fb1381747ba" /><Relationship Type="http://schemas.openxmlformats.org/officeDocument/2006/relationships/notesSlide" Target="/ppt/notesSlides/notesSlide5.xml" Id="R73360cf138f04a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3ccf7b902a4a6b" /><Relationship Type="http://schemas.openxmlformats.org/officeDocument/2006/relationships/notesSlide" Target="/ppt/notesSlides/notesSlide6.xml" Id="R1096492b7e7544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0D5868-7BD1-40F2-91E2-A422AC5A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26650-4654-4C89-A078-4A31AD45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620D7-E077-4A03-B826-443B6C42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52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Netflix Dataset Analysis With PySpark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2FB0D-E10B-4A8E-908E-BA82BBC1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7E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7EF"/>
                </a:solidFill>
                <a:latin typeface="Aptos"/>
                <a:ea typeface="Aptos"/>
                <a:cs typeface="Aptos"/>
              </a:rPr>
              <a:t>A local Spark pipeline for data quality checks, statistical analysis, and chart-ready results.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5AD57-008D-4F45-9A17-993EB18B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C35CC-62AA-44E1-90E3-C4AFB6EC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D6FB9-000B-4538-88E1-662D48C1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netflix_dataset.csv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EA0DE-DF9D-406E-B0CB-BACC1935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62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0AB78-9EAE-4BFD-9A8F-BB6FC626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052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Spark DataFrames + Spark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1A18F-19F4-4331-A5B4-B149E5D1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AF7E5-0C8A-44F4-A3E8-F72C8EED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052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CSV files and charts in tp_netflix_spark/results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11D68-F224-4332-B0C3-4DDC59E4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PySpark mini-project | Local Spark execution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B517B-AFF2-434A-A2F4-009184F2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15967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FE970-C3EB-409C-A9A3-77856FC1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1FA35-0E41-427C-8D87-832AF217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4BEEE-FBF8-4174-99EB-4DAFF5F2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NETFLIX SPARK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66BED-8AA1-4490-986D-25FC503C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Pipeline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0BC2E-F743-4D47-AA53-A45CA737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B67E7-9FC0-4ECD-8DF6-9350FA52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9,827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4B29D-060D-4F9D-B603-4DA22A67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movies after cleaning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6688A-0E41-44A3-A47B-D847512F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28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7F673-6592-468E-9878-7A03B8C9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002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457B9D"/>
                </a:solidFill>
                <a:latin typeface="Aptos Display"/>
                <a:ea typeface="Aptos Display"/>
                <a:cs typeface="Aptos Display"/>
              </a:rPr>
              <a:t>25,793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C8259-58D1-4910-AD5B-36BE0673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574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movie-genre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052C7-46DE-485E-8266-F888A377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5C9C1-B3CE-4702-952C-F2B63F6B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002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D8D1C-7E84-4F91-B904-AB2953BA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574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original languages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267BD-EBB9-4CEE-884C-597CAF95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28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B0FD9-93F9-47A9-89BB-852D7605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002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1FF98-9797-477F-9C33-86DC0A9D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574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distinct genres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DE983-FBB2-4F9B-A8E0-EF5CA324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86359-C1A0-4418-A51F-49B0D0EB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ED00C-9A8A-4943-A495-95DA6653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814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Local 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7EAB9-D2F8-4676-A681-1636D74A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781425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2E972-292D-49F0-BEEE-DEDC7FC1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766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CAA22-FAB1-4BA9-8DFB-72300B0C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814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Spark 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94A29-B535-481E-A176-3DB9B7D7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81425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CACAE-F102-4181-9059-12DCE219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766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F3112-CDAD-43C0-AB9B-351EBC73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7814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Clean + type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66632-3884-4780-984F-C2549E91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81425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81EA1-773D-4AEC-BCF2-DA675627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E21AD-5975-48F2-B91F-5396DD98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814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Explode genres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EC3C1C-4071-4932-B923-C0C5F950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81425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4F7F4D-8A7C-4A7D-9B5B-6D162440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766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7F6279-328D-4736-8C8E-819779F2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814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SQL aggregations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17262D-45EF-4F54-A6EE-E04362F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781425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8EB46C-7224-4E6C-929E-6666F5D9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EC96EA-02AE-4E25-98E9-5B0A761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814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CSV + charts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761E13-E84B-4204-B679-FD8E7478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6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AF4471-2FAF-48FD-9A74-49E6D9DD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The project runs locally with master local[*], but uses Spark's distributed execution model.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2654D2-3407-458D-8E42-7CD33D85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95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39A0AE-5553-4DDB-8841-B8EB040B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The shell script only launches the Python program; the processing logic is in PySpark.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B0A9EC-7813-4538-8C38-CBEC5FDA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PySpark mini-project | Local Spark execution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B4AE12-FA07-4514-AA4F-CDCF8F42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00964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6501F9-7788-460C-A6BB-7A5A0C65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2186B-E5AD-4468-93E2-E528C2BF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4EBD0-1EF8-4029-9873-4A1BDBF8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NETFLIX SPARK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6AC74-19C9-4165-89F4-C7162FB3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Data Quality: Missing Values and Outliers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f78b6b1a84dc4"/>
          <a:stretch xmlns:a="http://schemas.openxmlformats.org/drawingml/2006/main"/>
        </p:blipFill>
        <p:spPr>
          <a:xfrm xmlns:a="http://schemas.openxmlformats.org/drawingml/2006/main">
            <a:off x="666750" y="1496291"/>
            <a:ext cx="5095875" cy="2779568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f57bfe2cd4a3c"/>
          <a:stretch xmlns:a="http://schemas.openxmlformats.org/drawingml/2006/main"/>
        </p:blipFill>
        <p:spPr>
          <a:xfrm xmlns:a="http://schemas.openxmlformats.org/drawingml/2006/main">
            <a:off x="6191250" y="1612106"/>
            <a:ext cx="5095875" cy="254793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AAFF3-D03C-4C88-B8FF-1C97E7D3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8047A-28A2-4F3D-9F54-4816E444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Missing values are checked on columns required for the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79E08-2B2B-4805-8091-12FB665B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6118A-D050-416F-BC63-1079D047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Outliers are detected with the IQR rule: Q1 - 1.5*IQR and Q3 + 1.5*IQR.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764BB-99F5-4218-A1A6-85FA66CC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ED99E-E462-4603-BC18-1BC125F0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29275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Outliers are reported, not automatically removed, to keep the analysis transparent.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78E8C-AFD8-4DD8-9B4E-602347FD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PySpark mini-project | Local Spark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363C6-D81E-4C49-BCE5-7C7599F1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4449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AA9E4-8177-4981-938E-54E326A0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C62C0-EF17-40D8-8A23-26050272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EC74A-AD5C-4E88-A0CE-CEC152F2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NETFLIX SPARK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7EF2B-C67B-468D-9FAF-7048FF38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Genres and Languages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9f64c27314b7b"/>
          <a:stretch xmlns:a="http://schemas.openxmlformats.org/drawingml/2006/main"/>
        </p:blipFill>
        <p:spPr>
          <a:xfrm xmlns:a="http://schemas.openxmlformats.org/drawingml/2006/main">
            <a:off x="571500" y="1736148"/>
            <a:ext cx="5334000" cy="2909455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23bf638e0465c"/>
          <a:stretch xmlns:a="http://schemas.openxmlformats.org/drawingml/2006/main"/>
        </p:blipFill>
        <p:spPr>
          <a:xfrm xmlns:a="http://schemas.openxmlformats.org/drawingml/2006/main">
            <a:off x="6286500" y="1857375"/>
            <a:ext cx="5334000" cy="2667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D18EF-080D-46C6-8F6A-D716AB2F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Drama, Comedy, Action, and Thriller dominate the catalog, while English is by far the most common original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F714C-A2DE-40B8-9D44-A5F872D5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PySpark mini-project | Local Spark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FCEE3-57A5-4355-AF0C-FAB8D9B3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97093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F4B96-0CF3-478D-9BCC-76197FB5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73997-B260-4A33-84E2-DF79F9F8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DE2D7-E8F3-4F19-8ACC-4817B480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NETFLIX SPARK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893B9-FFCE-4EDF-9858-E6F14968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Release Years and Ratings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3639021044f94"/>
          <a:stretch xmlns:a="http://schemas.openxmlformats.org/drawingml/2006/main"/>
        </p:blipFill>
        <p:spPr>
          <a:xfrm xmlns:a="http://schemas.openxmlformats.org/drawingml/2006/main">
            <a:off x="666750" y="2109391"/>
            <a:ext cx="5191125" cy="2162969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65fb1381747ba"/>
          <a:stretch xmlns:a="http://schemas.openxmlformats.org/drawingml/2006/main"/>
        </p:blipFill>
        <p:spPr>
          <a:xfrm xmlns:a="http://schemas.openxmlformats.org/drawingml/2006/main">
            <a:off x="6286500" y="1775114"/>
            <a:ext cx="5191125" cy="283152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BCB13-8023-48D3-BBAD-8E48CCBE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Spark SQL produces the grouped results; Matplotlib only turns those final aggregates into presentation images.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6DFEE-7746-4362-B19D-ADB11612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PySpark mini-project | Local Spark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2E58F-0697-45B7-A152-98FC007F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75389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435116-3307-4F7C-BF82-62F09055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32C5E-1A59-4B0E-BE59-F7CCD5E6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2E4BD-F8AF-49B6-B063-42D706F2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NETFLIX SPARK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2E69A-3DBE-41AA-9D40-3F7CB6B1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What the Project Demonstrates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426C2-7A84-4DD7-B83E-D5C1012F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FF846-089C-40B0-9697-E984A037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Spark concepts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DBC9E-8CC2-40C2-8202-569C2978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43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D302F-8359-4B7D-BBEF-7F5642A4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Transformations: select, cast, dropna, split, explode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C2CFC-F45D-4146-892A-3C6D72E7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28F34-E8AF-4DE0-869E-1D86B6CB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Actions: count, collect on small aggregated outputs, write.csv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E0A33-CE55-4A1E-B34E-6EC85F9B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90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E4C6D-5ED3-4325-B3CA-B51D7DD7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Aggregations: groupBy, count, avg, min, max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4A498-73E0-4703-85F8-8208DF52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66A61-6A09-443D-8405-8AA07E52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48125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Spark SQL temporary views for readable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90981-FC5B-45CD-913A-9BFD204C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590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41097-11DF-4D30-A357-3B3DB03E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00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Limits and next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7830D-4476-48C9-ACB0-13A153E2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43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2F503-0ED3-4B3A-9377-DA6584D3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The dataset is small compared to real Big Data workloads.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5C212-89DD-453A-B774-897743CB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593F7-DE17-4562-B702-C9A3D9F9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0375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Execution is local, not on a real cluster.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C9BDB-6DCC-442E-8B8B-CC9BFC51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90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4FC7C-7622-4004-8D95-EEE42227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2425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A next step could use Spark MLlib to predict rating or popularity.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7FC873-C805-4822-9B4F-C943BE6C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B08900-7BFB-4B66-B662-080BE097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48125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The pipeline remains easy to scale because the logic is Spark-based.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F4724-E720-4B93-B253-9654E237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6B"/>
                </a:solidFill>
                <a:latin typeface="Aptos"/>
                <a:ea typeface="Aptos"/>
                <a:cs typeface="Aptos"/>
              </a:rPr>
              <a:t>PySpark mini-project | Local Spark 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6D7693-4C0E-4BFC-B2FB-146E0B79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951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2026-05-29T11:40:05.4740000Z</dcterms:created>
  <dcterms:modified xsi:type="dcterms:W3CDTF">2026-05-29T11:40:05.4740000Z</dcterms:modified>
</coreProperties>
</file>